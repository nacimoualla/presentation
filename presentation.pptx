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79C6"/>
                </a:solidFill>
                <a:latin typeface="Segoe UI"/>
              </a:rPr>
              <a:t>Multi-Threading &amp; Synchronisation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solidFill>
                  <a:srgbClr val="F8F8F2"/>
                </a:solidFill>
                <a:latin typeface="Segoe UI"/>
              </a:rPr>
              <a:t>Maîtriser l'exécution parallèle et éviter le chaos.</a:t>
            </a:r>
          </a:p>
          <a:p/>
          <a:p>
            <a:r>
              <a:rPr sz="1800" b="0">
                <a:solidFill>
                  <a:srgbClr val="F8F8F2"/>
                </a:solidFill>
                <a:latin typeface="Segoe UI"/>
              </a:rPr>
              <a:t>Présenté par :</a:t>
            </a:r>
          </a:p>
          <a:p>
            <a:r>
              <a:rPr sz="1800" b="0">
                <a:solidFill>
                  <a:srgbClr val="F8F8F2"/>
                </a:solidFill>
                <a:latin typeface="Segoe UI"/>
              </a:rPr>
              <a:t>👤 Nacim Oualla</a:t>
            </a:r>
          </a:p>
          <a:p>
            <a:r>
              <a:rPr sz="1800" b="0">
                <a:solidFill>
                  <a:srgbClr val="F8F8F2"/>
                </a:solidFill>
                <a:latin typeface="Segoe UI"/>
              </a:rPr>
              <a:t>👤 Essaqy Douae</a:t>
            </a:r>
          </a:p>
          <a:p>
            <a:r>
              <a:rPr sz="1800" b="0">
                <a:solidFill>
                  <a:srgbClr val="F8F8F2"/>
                </a:solidFill>
                <a:latin typeface="Segoe UI"/>
              </a:rPr>
              <a:t>👤 Yassmine Mouden</a:t>
            </a:r>
          </a:p>
          <a:p>
            <a:r>
              <a:rPr sz="1800" b="0">
                <a:solidFill>
                  <a:srgbClr val="F8F8F2"/>
                </a:solidFill>
                <a:latin typeface="Segoe UI"/>
              </a:rPr>
              <a:t>👤 Ouachikh Zakaria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9C6"/>
                </a:solidFill>
                <a:latin typeface="Segoe UI"/>
              </a:rPr>
              <a:t>Qu'est-ce qu'un Thread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Un processus est une application en cours d'exécution.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Un thread est la plus petite unité de traitement.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Attention : Les threads partagent le même espace mémoire 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9C6"/>
                </a:solidFill>
                <a:latin typeface="Segoe UI"/>
              </a:rPr>
              <a:t>Cas d'usage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Jeux Vidéo 🎮 : Rendu graphique, physique, IA et son (threads distincts).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Serveurs Web 🌐 : Apache/Tomcat gère chaque requête via un thread.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Big Data 📊 : Traitement massivement parallèle, encodage vidéo, rendu 3D.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9C6"/>
                </a:solidFill>
                <a:latin typeface="Segoe UI"/>
              </a:rPr>
              <a:t>Pourquoi le Multi-Threading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1. Réactivité ⚡: L'interface utilisateur ne gèle pas.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2. Performance 🚀: Exploitation maximale des processeurs multi-cœurs.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3. Économie 💾: Créer un thread coûte beaucoup moins de mémoire.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9C6"/>
                </a:solidFill>
                <a:latin typeface="Segoe UI"/>
              </a:rPr>
              <a:t>Le Danger : Race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Que se passe-t-il si deux threads modifient la même donnée 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❌ Données corrompues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❌ Comportements imprévisibles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❌ Crash de l'application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9C6"/>
                </a:solidFill>
                <a:latin typeface="Segoe UI"/>
              </a:rPr>
              <a:t>La Synchronisation 🛡️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Mettre de l'ordre dans l'exécution avec des verrous.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🔒 Mutex : Verrou d'exclusion mutuelle. Un seul thread.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🚥 Sémaphore : Limitation d'accès. N threads maximum.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📦 Moniteur : Approche Objet. Méthodes synchronisées nativement.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9C6"/>
                </a:solidFill>
                <a:latin typeface="Segoe UI"/>
              </a:rPr>
              <a:t>Le Cauchemar : Deadlocks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L'Interblocage fatal.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"Le Thread A attend que le Thread B lâche une ressource...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...mais le Thread B attend que le Thread A lâche la sienne."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🛑 Résultat : Tout se fige.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9C6"/>
                </a:solidFill>
                <a:latin typeface="Segoe UI"/>
              </a:rPr>
              <a:t>Processus vs Thread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4864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79C6"/>
                          </a:solidFill>
                          <a:latin typeface="Segoe UI"/>
                        </a:rPr>
                        <a:t>Processus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79C6"/>
                          </a:solidFill>
                          <a:latin typeface="Segoe UI"/>
                        </a:rPr>
                        <a:t>Thread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8F8F2"/>
                          </a:solidFill>
                          <a:latin typeface="Segoe UI"/>
                        </a:rPr>
                        <a:t>Espaces mémoire isolés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8F8F2"/>
                          </a:solidFill>
                          <a:latin typeface="Segoe UI"/>
                        </a:rPr>
                        <a:t>Mémoire partagée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8F8F2"/>
                          </a:solidFill>
                          <a:latin typeface="Segoe UI"/>
                        </a:rPr>
                        <a:t>Lourd (Temps CPU)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8F8F2"/>
                          </a:solidFill>
                          <a:latin typeface="Segoe UI"/>
                        </a:rPr>
                        <a:t>Léger et rapide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8F8F2"/>
                          </a:solidFill>
                          <a:latin typeface="Segoe UI"/>
                        </a:rPr>
                        <a:t>Forte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8F8F2"/>
                          </a:solidFill>
                          <a:latin typeface="Segoe UI"/>
                        </a:rPr>
                        <a:t>Faible isolation (un crash tue le processus)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8F8F2"/>
                          </a:solidFill>
                          <a:latin typeface="Segoe UI"/>
                        </a:rPr>
                        <a:t>Communication (IPC) lente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8F8F2"/>
                          </a:solidFill>
                          <a:latin typeface="Segoe UI"/>
                        </a:rPr>
                        <a:t>Communication très rapide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9C6"/>
                </a:solidFill>
                <a:latin typeface="Segoe UI"/>
              </a:rPr>
              <a:t>Langages &amp; Concurrence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🐍 Python : Le GIL limite le parallélisme CPU natif.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☕ Java / C++ : Threads OS natifs. Performants mais complexes.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🐹 Go / Node.js : Goroutines ultra-légers / asynchronisme mono-thread.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79C6"/>
                </a:solidFill>
                <a:latin typeface="Segoe UI"/>
              </a:rPr>
              <a:t>Bonnes Pratiques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✨ Minimiser les données partagées entre les threads.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⏱️ Garder les sections critiques (verrouillées) très courtes.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F8F8F2"/>
                </a:solidFill>
                <a:latin typeface="Segoe UI"/>
              </a:rPr>
              <a:t>🔓 Toujours utiliser unlock() dans un bloc finally.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000" b="1">
                <a:solidFill>
                  <a:srgbClr val="50FA7B"/>
                </a:solidFill>
                <a:latin typeface="Segoe UI"/>
              </a:rPr>
              <a:t>Merci 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800" b="0">
                <a:solidFill>
                  <a:srgbClr val="F8F8F2"/>
                </a:solidFill>
                <a:latin typeface="Segoe UI"/>
              </a:rPr>
              <a:t>Avez-vous des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