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Multi-Threading &amp; Synchronisation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Maîtriser l'exécution parallèle et éviter le chaos.</a:t>
            </a:r>
          </a:p>
          <a:p/>
          <a:p>
            <a:r>
              <a:t>Présenté par :</a:t>
            </a:r>
          </a:p>
          <a:p>
            <a:r>
              <a:t>👤 Nacim Oualla</a:t>
            </a:r>
          </a:p>
          <a:p>
            <a:r>
              <a:t>👤 Essaqy Douae</a:t>
            </a:r>
          </a:p>
          <a:p>
            <a:r>
              <a:t>👤 Yassmine Mouden</a:t>
            </a:r>
          </a:p>
          <a:p>
            <a:r>
              <a:t>👤 Ouachikh Zakaria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Qu'est-ce qu'un Thread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 processus est une application en cours d'exécution.</a:t>
            </a:r>
          </a:p>
          <a:p>
            <a:r>
              <a:t>Un thread est la plus petite unité de traitement.</a:t>
            </a:r>
          </a:p>
          <a:p>
            <a:r>
              <a:t>Attention : Les threads partagent le même espace mémoire 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le Multi-Threading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Réactivité ⚡: L'interface utilisateur ne gèle pas pendant les longs calculs en arrière-plan.</a:t>
            </a:r>
          </a:p>
          <a:p>
            <a:r>
              <a:t>2. Performance 🚀: Exploitation maximale et simultanée des processeurs multi-cœurs modernes.</a:t>
            </a:r>
          </a:p>
          <a:p>
            <a:r>
              <a:t>3. Économie 💾: Créer un thread coûte beaucoup moins de mémoire que de créer un nouveau processus.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Danger : Race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Que se passe-t-il si deux threads modifient la même donnée en même temps ?</a:t>
            </a:r>
          </a:p>
          <a:p>
            <a:r>
              <a:t>-&gt; Données corrompues</a:t>
            </a:r>
          </a:p>
          <a:p>
            <a:r>
              <a:t>-&gt; Comportements imprévisibles</a:t>
            </a:r>
          </a:p>
          <a:p>
            <a:r>
              <a:t>-&gt; Crash de l'application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Synchronisation 🛡️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Mettre de l'ordre dans l'exécution avec des verrous.</a:t>
            </a:r>
          </a:p>
          <a:p>
            <a:r>
              <a:t>Mutex : Verrou d'exclusion mutuelle. Un seul thread à la fois.</a:t>
            </a:r>
          </a:p>
          <a:p>
            <a:r>
              <a:t>Sémaphore : Limitation d'accès. N threads maximum autorisés.</a:t>
            </a:r>
          </a:p>
          <a:p>
            <a:r>
              <a:t>Moniteur : Approche Objet. Méthodes synchronisées nativement.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Cauchemar : Deadlocks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L'Interblocage fatal.</a:t>
            </a:r>
          </a:p>
          <a:p>
            <a:r>
              <a:t>"Le Thread A attend que le Thread B lâche une ressource... mais le Thread B attend que le Thread A lâche la sienne."</a:t>
            </a:r>
          </a:p>
          <a:p>
            <a:r>
              <a:t>Résultat : Tout se fige. 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Processus vs Thread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r>
                        <a:t>Processus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Thread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Espaces mémoire isolés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Mémoire partagée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Lourd (Temps CPU)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Léger et rapide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Isolation (si l'un plante, l'autre survit)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Faible isolation (un crash tue le processus)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Communication (IPC) lente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Communication très rapide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Langages &amp; Concurrence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 : Le GIL limite à un seul thread actif à la fois (pas de vrai parallélisme CPU natif pour les threads).</a:t>
            </a:r>
          </a:p>
          <a:p>
            <a:r>
              <a:t>Java / C++ : Threads OS natifs. Outils avancés (Pools, Futures). Très performants mais complexes.</a:t>
            </a:r>
          </a:p>
          <a:p>
            <a:r>
              <a:t>Go / Node.js : Goroutines (Go) : ultra-légers. Event-loop (Node) : asynchronisme mono-thread.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Bonnes Pratiques 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Minimiser les données partagées entre les threads.</a:t>
            </a:r>
          </a:p>
          <a:p>
            <a:r>
              <a:t>Garder les sections critiques (verrouillées) très courtes.</a:t>
            </a:r>
          </a:p>
          <a:p>
            <a:r>
              <a:t>Toujours utiliser unlock() dans un bloc finally.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Merci 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Avez-vous des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